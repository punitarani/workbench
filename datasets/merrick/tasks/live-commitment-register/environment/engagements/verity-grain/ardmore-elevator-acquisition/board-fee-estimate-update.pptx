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Level-set slide. Emphasize this is an update, not a re-scope — underlying deal structure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line here if asked why checklist isn't 'green' — condition isn't satisfied until certificate in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board through the delta line by line if asked — the $73k increase is almost entirely Whitfield escalation and MIP testing, not scope creep.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Imelda's standing question — lead with severity framing, not just the dollar figure, since that's what was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board pushes on timeline certainty, be direct: we don't have a firm date until Whitfield responds, and we're not pretending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Ardmore Elevator Acquisition — Fee Estimate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board call — current status and revised fee-to-close estimate</a:t>
            </a:r>
          </a:p>
          <a:p>
            <a:r>
              <a:t>Closing target: this quarter, pending single outstanding condition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open closing condition: Whitfield estoppel certificate</a:t>
            </a:r>
          </a:p>
          <a:p>
            <a:r>
              <a:t>Deadline letter issued; escalated directly to Whitfield's counsel</a:t>
            </a:r>
          </a:p>
          <a:p>
            <a:r>
              <a:t>Firm closing date to be set within 2 business days of Whitfield's response</a:t>
            </a:r>
          </a:p>
          <a:p>
            <a:r>
              <a:t>All other conditions precedent cleared: good standing (12/12), MIP ratchet fix (Item #10) closed pending Saoirse sign-off</a:t>
            </a:r>
          </a:p>
          <a:p>
            <a:r>
              <a:t>Checklist remains marked Outstanding until certificate is actually received — no signature page circulates before then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 Estimate — Revised Basis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 reflects extended timeline risk from Whitfield delay and additional MIP mechanic testing</a:t>
            </a:r>
          </a:p>
          <a:p>
            <a:r>
              <a:t>MIP ratchet fix validated against sponsor illustrative MOIC scenarios (1.0x–3.0x) — no discontinuities or overpayment; work is complete, not open-ended</a:t>
            </a:r>
          </a:p>
          <a:p>
            <a:r>
              <a:t>Environmental exposure (Terminal 7) cost figures unchanged from prior sign-off — this update adds severity context only, not new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Work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Revised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Basis for Change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Deal Team — Diligence &amp; Negotiation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Complete; no change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MIP Ratchet Mechanic Review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Added scenario testing across 5 MOIC cases (1.0x–3.0x) at sponsor's request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Closing Conditions / Estoppel Follow-Up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Extended counsel escalation, deadline letter, direct outreach to Whitfield's counsel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Environmental (Terminal 7) Workpaper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Severity assessment added to existing exposure workpaper; dollar figures unchanged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Closing Mechanics &amp; Signature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Unchanged; held pending estoppel receipt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Contingency — Timeline Slippage Beyond Quarter-End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 line; reflects risk if Whitfield does not respond within 2-business-day window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$623,000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Exposure (Terminal 7) — Cost &amp; Severity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Underlying exposure cost figures are final per prior sign-off — no change this update</a:t>
            </a:r>
          </a:p>
          <a:p>
            <a:r>
              <a:t>New severity assessment added to workpaper to directly address board's question on how serious the exposure is, not just its cost</a:t>
            </a:r>
          </a:p>
          <a:p>
            <a:r>
              <a:t>Source Notes updated to reflect workpaper now covers both cost and severity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Dov to call Whitfield's counsel directly to demand estoppel certificate as sole open condition, quarter-end timing at risk</a:t>
            </a:r>
          </a:p>
          <a:p>
            <a:r>
              <a:t>Quentin to follow up escalation in writing same day</a:t>
            </a:r>
          </a:p>
          <a:p>
            <a:r>
              <a:t>Firm closing date confirmed within 2 business days of Whitfield's response</a:t>
            </a:r>
          </a:p>
          <a:p>
            <a:r>
              <a:t>Checklist status corrected to Closed only upon actual receipt of certificate</a:t>
            </a:r>
          </a:p>
          <a:p>
            <a:r>
              <a:t>Revised fee estimate above assumes resolution within this window; further delay will require another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