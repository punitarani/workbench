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Reserve figure below is the finalized, reconciled number sent to Desmond, cross-referenced to the board exposure memo and underlying exposure analysis. Reviewed again this cycle; no change identified, and that absence of change is itself the confirmed status, not 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record — this table mirrors the reconciliation sent to Desmond and now cross-checked with Ulrich, do not restate underlying dollar figures from the memo here, reference only. Ulrich's aging-report review this cycle is noted as a second, independent clean check; no line item requires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Chain-of-access closure confirmed per Thandiwe's restated record entry — Samir's ownership stands, no reassignment triggered. See record. Thandiwe's Position Statement escalation and Hyunwoo/Lucien's related flags are tracked separately and are not part of this reserve/close-out deck; confirmed with Lucien that his flag is distinct from the good-standing closure and does not touch Samir's ownership of the Ardmore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board focus on exposure/reserve number. Do not introduce second-request deadline mechanics into this deck — separate workstream, separate owner. Today's docket call/appearance prep and the Thandiwe/Hyunwoo/Lucien escalations are separate workstreams; confirmed none of them require a change to this cycle's reported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finalized ahead of Wednesday EOD deadline. See record for full reconciliation support in board exposure memo and underlying exposure analysis, now cross-checked with Ulrich, including his separate aging-report review this cycle. No open item from today's docket call, Thandiwe's escalation, Hyunwoo's flag, or Lucien's separate note requires any change to the figures presented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Exposure &amp; Reserve Assessment — Enforcement Inquiry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 Thursday board meeting</a:t>
            </a:r>
          </a:p>
          <a:p>
            <a:r>
              <a:t>Matter: Ardmore / Deshmukh enforcement inquiry — professional liability exposure</a:t>
            </a:r>
          </a:p>
          <a:p>
            <a:r>
              <a:t>Status: Reconciled figures reviewed again ahead of this cycle's board meeting; no change to liability, damages, or coverage posture since last report</a:t>
            </a:r>
          </a:p>
          <a:p>
            <a:r>
              <a:t>This update carries no revision to the reserve figure — reviewed and confirmed still current, not merely carried forward unchecked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Reconciled Reserve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Finalized professional liability reserve figure reconciled against underlying exposure analysis</a:t>
            </a:r>
          </a:p>
          <a:p>
            <a:r>
              <a:t>No adjustment to liability assessment</a:t>
            </a:r>
          </a:p>
          <a:p>
            <a:r>
              <a:t>No adjustment to damages assessment</a:t>
            </a:r>
          </a:p>
          <a:p>
            <a:r>
              <a:t>No adjustment to coverage posture</a:t>
            </a:r>
          </a:p>
          <a:p>
            <a:r>
              <a:t>Reconciliation supported by board exposure memo and underlying exposure analysis (previously circulated to Desmond)</a:t>
            </a:r>
          </a:p>
          <a:p>
            <a:r>
              <a:t>Reconciliation independently cross-checked with Ulrich Bergmann; confirmed matching on Bennett's end — no discrepancies identified</a:t>
            </a:r>
          </a:p>
          <a:p>
            <a:r>
              <a:t>Ulrich has separately confirmed the aging report reviewed clean for this cycle — no discrepancy feeding into the reserve figure from that review either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57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Liability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Damages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Coverage posture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Reserve figure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As reconciled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Finalized, double-confirmed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Confirmed, no change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Aging report (Ulrich)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Clean, reviewed this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Matter Status — WIP and Realization Close-Out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Sandhurst: resolved, no outstanding items, cleared for final close</a:t>
            </a:r>
          </a:p>
          <a:p>
            <a:r>
              <a:t>Ardmore — Enforcement Inquiry: Samir confirmed as owner; Deshmukh/Ardmore closed</a:t>
            </a:r>
          </a:p>
          <a:p>
            <a:r>
              <a:t>Chain-of-access issue confirmed closed per Thandiwe's restated confirmation for the record — does not block closure</a:t>
            </a:r>
          </a:p>
          <a:p>
            <a:r>
              <a:t>Deshmukh/Ardmore row: closed, owner Samir</a:t>
            </a:r>
          </a:p>
          <a:p>
            <a:r>
              <a:t>Both Ardmore items closed 12/12 — good-standing filing and chain-of-access routing logged as two separate lines under a single close date, not two dates</a:t>
            </a:r>
          </a:p>
          <a:p>
            <a:r>
              <a:t>Note: Thandiwe has separately escalated a Position Statement review item and Lucien has flagged a related item as separate from the good-standing closure — both are distinct workstreams outside this Ardmore/Sandhurst close-out and do not reopen or affect the closed items above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57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Ardmore — good standing filing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Ardmore — chain-of-access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Closed (separate matter)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Deshmukh / Ardmore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Sandhurst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Resolved, cleared for final close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Items Ahead of Board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Fee/budget overage variance analysis issued to Desmond — previously block-billed entries broken out by task</a:t>
            </a:r>
          </a:p>
          <a:p>
            <a:r>
              <a:t>Panel billing compliance flag addressed; no change to underlying time or rates</a:t>
            </a:r>
          </a:p>
          <a:p>
            <a:r>
              <a:t>Compliance issue treated as closed pending any further specific line-item concerns</a:t>
            </a:r>
          </a:p>
          <a:p>
            <a:r>
              <a:t>No open scope, budget, or staffing questions for this deck — those are handled directly by Adaora on the second-request matter and are not part of the exposure figure</a:t>
            </a:r>
          </a:p>
          <a:p>
            <a:r>
              <a:t>Docket call and final appearance prep for today are logistics-only and do not bear on the reserve figure; noted here only to confirm no substantive filing activity altered the exposure position this cycle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Reserve figure stands as reconciled — no revision recommended for Thursday's meeting</a:t>
            </a:r>
          </a:p>
          <a:p>
            <a:r>
              <a:t>Ardmore matter administratively closed, including chain-of-access follow-up now confirmed resolved per record</a:t>
            </a:r>
          </a:p>
          <a:p>
            <a:r>
              <a:t>Reconciliation figure independently confirmed with Ulrich Bergmann ahead of board presentation — no discrepancy found, including his separate clean review of the aging report this cycle</a:t>
            </a:r>
          </a:p>
          <a:p>
            <a:r>
              <a:t>Recommend board accept current exposure figure as final for this reporting cycle</a:t>
            </a:r>
          </a:p>
          <a:p>
            <a:r>
              <a:t>This cycle's review reaffirms the prior position on the record; nothing has moved, and that has been confirmed rather than assumed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