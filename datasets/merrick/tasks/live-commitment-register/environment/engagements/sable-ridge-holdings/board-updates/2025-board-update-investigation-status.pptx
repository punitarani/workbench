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brief. The full board does not need names, allegations, or department. This is a heads-up, not a briefing. Chair has already received a fuller verbal briefing separately ahead of this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for timing, say weeks, not months. Do not speculate on outcome or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last line is deliberate — this stays walled off from RIF discussion on the agenda and in Q&amp;A. If a director tries to connect the two, redirect: separate matter, separate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Board Update — Pending Personnel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workplace complaint has been raised and is being investigated.</a:t>
            </a:r>
          </a:p>
          <a:p>
            <a:r>
              <a:t>The investigation is being conducted internally, under the direction of outside counsel.</a:t>
            </a:r>
          </a:p>
          <a:p>
            <a:r>
              <a:t>This structure is standard practice and preserves confidentiality of the investigative record.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Interim measures are in place to separate the parties involved while the investigation proceeds.</a:t>
            </a:r>
          </a:p>
          <a:p>
            <a:r>
              <a:t>The matter is being handled promptly, with resolution expected within a short timeframe.</a:t>
            </a:r>
          </a:p>
          <a:p>
            <a:r>
              <a:t>Counsel is overseeing the process to ensure it is conducted fairly and consistently with company policy.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Board Should Expect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board action is required at this time.</a:t>
            </a:r>
          </a:p>
          <a:p>
            <a:r>
              <a:t>Management will provide a further update once the investigation concludes.</a:t>
            </a:r>
          </a:p>
          <a:p>
            <a:r>
              <a:t>This matter is being tracked separately from other ongoing workforce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