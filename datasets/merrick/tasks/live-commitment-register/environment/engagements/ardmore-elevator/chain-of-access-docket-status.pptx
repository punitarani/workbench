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Reformatted from prior document-labeled version per today's flagged formatting issue; content otherwise unaltered.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Overview: Chain-of-Access Docket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current status of open items tied to the Ardmore Elevator chain-of-access matter</a:t>
            </a:r>
          </a:p>
          <a:p>
            <a:r>
              <a:t>Three substantive items remain open pending sign-off</a:t>
            </a:r>
          </a:p>
          <a:p>
            <a:r>
              <a:t>One scheduling conflict has been resolved administratively</a:t>
            </a:r>
          </a:p>
          <a:p>
            <a:r>
              <a:t>Deadline discipline: dates calendared from governing source, not from verbal assurance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 1: Written-Direction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outstanding, pending sign-off</a:t>
            </a:r>
          </a:p>
          <a:p>
            <a:r>
              <a:t>No deadline change as a result of today's scheduling resolution</a:t>
            </a:r>
          </a:p>
          <a:p>
            <a:r>
              <a:t>Remains tracked on the active docket pending confirmation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 2: Review-Completion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outstanding, pending sign-off</a:t>
            </a:r>
          </a:p>
          <a:p>
            <a:r>
              <a:t>Unaffected by administrative scheduling matters resolved today</a:t>
            </a:r>
          </a:p>
          <a:p>
            <a:r>
              <a:t>Remains tracked on the active docket pending confirmation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 3: Internal Call Date / Roland's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outstanding, pending sign-off</a:t>
            </a:r>
          </a:p>
          <a:p>
            <a:r>
              <a:t>Dependent on Roland's availability being confirmed</a:t>
            </a:r>
          </a:p>
          <a:p>
            <a:r>
              <a:t>Unaffected by administrative scheduling matters resolved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Closing: Docket Review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9:00 / 9:30 bookings for the Ardmore chain-of-access routing decision have been resolved</a:t>
            </a:r>
          </a:p>
          <a:p>
            <a:r>
              <a:t>Confirmed via chat with R. Duchamp: 9:00 slot is canonical; 9:30 cancelled</a:t>
            </a:r>
          </a:p>
          <a:p>
            <a:r>
              <a:t>Samir has been notified of the 9:00 canonical slot</a:t>
            </a:r>
          </a:p>
          <a:p>
            <a:r>
              <a:t>Ownership clarified per B. Ashworth: chain-of-access routing decision belongs to Samir, not Bennett</a:t>
            </a:r>
          </a:p>
          <a:p>
            <a:r>
              <a:t>Lucien's separate item (ticket tkt-ardmore-elevator-good-standing) is tracked apart from the three open sign-off items above; ownership unchanged per exchange with Lucien</a:t>
            </a:r>
          </a:p>
          <a:p>
            <a:r>
              <a:t>This is an administrative scheduling confirmation only — carries no deadline</a:t>
            </a:r>
          </a:p>
          <a:p>
            <a:r>
              <a:t>Does not affect the three outstanding open items above, which remain pending sign-off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