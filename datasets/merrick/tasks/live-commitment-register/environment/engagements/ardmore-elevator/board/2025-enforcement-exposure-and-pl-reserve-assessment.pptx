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stating plainly there is no deterioration. Board reacts badly to hedged openers.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record — do not let the board push a number on expanded scope before Adaora's comparison lands. Declined once already this week; hold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internally, not to the board: Judge Aldrete's standing order requires a live meet-and-confer before any discovery motion; an email exchange does not satisfy it. This is not yet in the matter file. Raise with Marguerite before Friday if asked directly — do not volunteer it in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restates what was confirmed to Desmond directly, twice, with no revised figures issued either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Emphasize: this is the same figure sent previously, not a new number. Board should not read the repeat confirmation as new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Deshmukh item brief if it comes up — it is administrative and now fully resolved, not a board-level exposure item. Retained here only because board counsel asked for full visibility into anything touching the production infrastructure; no further tracking needed on this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This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Board requested current view of (1) exposure arising from the pending enforcement inquiry and (2) the adequacy of the associated Professional Liability reserve</a:t>
            </a:r>
          </a:p>
          <a:p>
            <a:r>
              <a:t>This update consolidates the positions communicated to Desmond (General Counsel) on reserve posting and to Marguerite on second-request production scope</a:t>
            </a:r>
          </a:p>
          <a:p>
            <a:r>
              <a:t>No change in bottom-line exposure or reserve figure since the last board communication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Enforcement Inquiry — Current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request clock: three-week response period runs from the certified service date</a:t>
            </a:r>
          </a:p>
          <a:p>
            <a:r>
              <a:t>Exact calendar dates issued in writing by Adaora (production owner); dates now confirmed and circulated to the team</a:t>
            </a:r>
          </a:p>
          <a:p>
            <a:r>
              <a:t>No discovery or motion developments have occurred that affect exposure since the prior update</a:t>
            </a:r>
          </a:p>
          <a:p>
            <a:r>
              <a:t>No view is being offered on expanded scope until the scope comparison and hours estimate are complete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Plan &amp;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Adaora is production owner: scope comparison and internal/external hours estimate assigned to her, in progress</a:t>
            </a:r>
          </a:p>
          <a:p>
            <a:r>
              <a:t>Current production tracker attached separately for board counsel reference</a:t>
            </a:r>
          </a:p>
          <a:p>
            <a:r>
              <a:t>Thursday pre-call between Marguerite and Adaora held to cover groundwork ahead of Friday</a:t>
            </a:r>
          </a:p>
          <a:p>
            <a:r>
              <a:t>Marguerite (outside counsel) call scheduled for Friday to walk through the full production 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Liability Exposure —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Liability exposure is unchanged from the prior assessment</a:t>
            </a:r>
          </a:p>
          <a:p>
            <a:r>
              <a:t>No new discovery or motion developments bear on exposure</a:t>
            </a:r>
          </a:p>
          <a:p>
            <a:r>
              <a:t>Coverage position is holding</a:t>
            </a:r>
          </a:p>
          <a:p>
            <a:r>
              <a:t>Damages range and point estimate are set out in the attached Reserve Basis Memo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Liability Reserve —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 posting the PL reserve at the figure set out in the Reserve Basis Memo</a:t>
            </a:r>
          </a:p>
          <a:p>
            <a:r>
              <a:t>Desmond (General Counsel) has been cleared to post at that figure</a:t>
            </a:r>
          </a:p>
          <a:p>
            <a:r>
              <a:t>No revised figures or new attachments have been issued since the memo</a:t>
            </a:r>
          </a:p>
          <a:p>
            <a:r>
              <a:t>Call available to walk through the basis memo in detail if the Committee wants it before the reserve is posted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Items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Adaora has issued exact second-request calendar dates; confirmed and circulated</a:t>
            </a:r>
          </a:p>
          <a:p>
            <a:r>
              <a:t>Adaora to complete scope comparison and hours estimate ahead of Friday call</a:t>
            </a:r>
          </a:p>
          <a:p>
            <a:r>
              <a:t>Thursday pre-call between Marguerite and Adaora completed; full production-plan call proceeds Friday</a:t>
            </a:r>
          </a:p>
          <a:p>
            <a:r>
              <a:t>Desmond to proceed with reserve posting at the Reserve Basis Memo figure</a:t>
            </a:r>
          </a:p>
          <a:p>
            <a:r>
              <a:t>Ardmore chain-of-access custodian ownership (Deshmukh file) is closed — routing confirmed as Samir's; fully resolved and separate from the current Ardmore exception cycle, noted here only for completeness on production-infrastructure visibility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