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slide. Emphasize this is a consolidated snapshot as of EOD; two items remain open heading into the board call. Closing checklist status report and diligence tracker have been reconciled and confirmed to tie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escalation status clearly for the board: this has moved beyond routine outreach to counsel-level escalation with no response yet. Closing checklist and diligence tracker both reflect this consistently. No further movement since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with the reconciled closing checklist: only the Whitfield/Sandhurst Real Estate Holdco LLC good standing certificate remains outstanding. Do not overstate likelihood of near-term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Previously open; now resolved. Softened framing accordingly in underlying tracker and drafting notes. Distinct from the still-open Whitfield/Odell estoppel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ask for the board: visibility into what happens to the closing date if these two items don't move in the next few days. Checklist held open — no terminal marks, no signature page — until both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One-slide summary for quick board reference; mirrors the current reconciled closing checklist and diligence open items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with Dov before the call that these are the only two open items; everything else is tracking to plan. Checklist held open pending resolution of Whitfield estoppel/counsel response and final good standing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Sandhurst Platform Acquisition — Closing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End-of-day status update prepared for tomorrow's board readout</a:t>
            </a:r>
          </a:p>
          <a:p>
            <a:r>
              <a:t>Covers: estoppel escalation tracker, good standing certificate, ancillary documentation/staffing split</a:t>
            </a:r>
          </a:p>
          <a:p>
            <a:r>
              <a:t>Confirmed EOD: closing checklist and diligence tracker are reconciled and tie out — no discrepancies remain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Whitfield/Odell Estoppel — Escalated to Counsel, Still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change in resolution: Whitfield and Odell estoppel certificates (2 of 3) remain outstanding</a:t>
            </a:r>
          </a:p>
          <a:p>
            <a:r>
              <a:t>Item has been escalated to counsel; no callback or response received yet as of EOD</a:t>
            </a:r>
          </a:p>
          <a:p>
            <a:r>
              <a:t>Escalation note on file (Escalation Note — Odell/Whitfield Estoppel Certificate) documents outreach and escalation history</a:t>
            </a:r>
          </a:p>
          <a:p>
            <a:r>
              <a:t>Prior reporting discrepancy (Samir's '1 of 3 open' figure) has been fully reconciled — 2 of 3 open is the confirmed, current count</a:t>
            </a:r>
          </a:p>
          <a:p>
            <a:r>
              <a:t>Ownership of the Whitfield/Odell escalation follow-up sits with the team pending counsel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Standing Certificate — Last Outstanding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Delaware good standing certificate for Seller (Sandhurst Real Estate Holdco LLC, Whitfield jurisdiction) is the last outstanding good-standing item</a:t>
            </a:r>
          </a:p>
          <a:p>
            <a:r>
              <a:t>Secretary's Certificate item is now closed and no longer tracked as open</a:t>
            </a:r>
          </a:p>
          <a:p>
            <a:r>
              <a:t>Checklist otherwise clean apart from this single remaining jurisdiction</a:t>
            </a:r>
          </a:p>
          <a:p>
            <a:r>
              <a:t>Will flag to the team immediately upon receipt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Ancillary Documents / Staffing Split — Resolved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Odell/Whitfield staffing split question is now finalized: no split required (confirmed "N")</a:t>
            </a:r>
          </a:p>
          <a:p>
            <a:r>
              <a:t>This item is closed and no longer a tracked open point, separate from the ongoing estoppel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Timeline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outstanding items — Whitfield/Odell estoppel escalation and Seller good standing certificate — are the critical path to closing readiness</a:t>
            </a:r>
          </a:p>
          <a:p>
            <a:r>
              <a:t>If both remain stalled past this week, timeline risk increases materially given board urgency on this call</a:t>
            </a:r>
          </a:p>
          <a:p>
            <a:r>
              <a:t>Recommend board flag continued escalation priority on Whitfield/Odell estoppel and status escalation on good standing certificate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3657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 Since Last Update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Estoppels (3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of 3 open — Whitfield/Odell escalated to counsel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Team (escalation follow-up)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Escalated to counsel; no callback yet. Prior reporting discrepancy fully reconciled — 2 open confirmed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 Standing Certificate (Seller, DE — Whitfield/Sandhurst Real Estate Holdco LLC)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Outstanding — last remaining 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Mira (follow-up)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Secretary's Certificate item closed; this is now the sole remaining good-standing item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Ancillary Docs / Staffing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Resolved (N — no split)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Resolved since last update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Whitfield/Odell estoppel escalation with counsel and report any status change immediately</a:t>
            </a:r>
          </a:p>
          <a:p>
            <a:r>
              <a:t>Mira to follow up on Whitfield good standing certificate and flag upon receipt</a:t>
            </a:r>
          </a:p>
          <a:p>
            <a:r>
              <a:t>Closing checklist and drafting notes (Sections 4.1, 4.3, 6.2, Article 7) updated to reflect current reconciled status</a:t>
            </a:r>
          </a:p>
          <a:p>
            <a:r>
              <a:t>No substantive agreement terms affected — status references only</a:t>
            </a:r>
          </a:p>
          <a:p>
            <a:r>
              <a:t>Closing checklist and diligence tracker confirmed reconciled and tying out; only two items remain open going into the board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