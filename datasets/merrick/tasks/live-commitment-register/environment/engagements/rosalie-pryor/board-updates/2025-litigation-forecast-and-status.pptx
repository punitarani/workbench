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orienting the committee: this covers the opposition brief filing just completed and the forecast for the next phase of the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internal process point is worth a sentence if asked, but is not the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meet-and-confer point stays general here. If a committee member asks directly what 'procedural coordination' means, say plainly that Judge Aldrete's standing order requires a live meet-and-confer before any discovery motion, and that an email exchange does not satisfy it. Do not put that specific in writing to the client or in the deck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Do not volunteer the Aldrete standing-order detail unless asked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Pryor Trade Secret Matter — Status &amp;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the client litigation committee</a:t>
            </a:r>
          </a:p>
          <a:p>
            <a:r>
              <a:t>Presented by Bennett Ashworth, Partner, Commercial Litigation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Opposition to Pryor's motion on the trade secret claim was filed on time — 3:30 PM deadline met, no extension requested or needed</a:t>
            </a:r>
          </a:p>
          <a:p>
            <a:r>
              <a:t>Cite check was confirmed complete by the associate before filing; no quality issues identified</a:t>
            </a:r>
          </a:p>
          <a:p>
            <a:r>
              <a:t>No follow-on filing is expected from opposing counsel at this stage</a:t>
            </a:r>
          </a:p>
          <a:p>
            <a:r>
              <a:t>Reply brief from Pryor's counsel is due within 14 days absent a contrary order from the court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Filed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Opposition to Motion — Pryor Trade Secret Claim, filed same day, 3:30 PM cutoff</a:t>
            </a:r>
          </a:p>
          <a:p>
            <a:r>
              <a:t>Filing reviewed and finalized under partner supervision prior to service</a:t>
            </a:r>
          </a:p>
          <a:p>
            <a:r>
              <a:t>One-owner protocol adopted internally: single attorney carries each filing from draft to filed, with direct cite-check confirmation before routing for partner sign-off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Near-Term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Pryor's reply brief: due within 14 days of our opposition, no order otherwise</a:t>
            </a:r>
          </a:p>
          <a:p>
            <a:r>
              <a:t>No additional motion practice currently anticipated in response to our opposition</a:t>
            </a:r>
          </a:p>
          <a:p>
            <a:r>
              <a:t>Discovery phase to follow once briefing on the pending motion concludes</a:t>
            </a:r>
          </a:p>
          <a:p>
            <a:r>
              <a:t>Any future discovery motion in this matter will require advance procedural coordination consistent with the court's standing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3657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Opposition to trade secret claim motion filed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Filed by 3:30 PM deadline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Pryor reply brief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Upcoming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 days from filing (no order otherwise)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Anticipated follow-on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 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Discovery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 briefing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 be scheduled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Committee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on the filing itself, the reply timeline, or next-phase strategy</a:t>
            </a:r>
          </a:p>
          <a:p>
            <a:r>
              <a:t>Available to walk through the substance of the opposition brief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