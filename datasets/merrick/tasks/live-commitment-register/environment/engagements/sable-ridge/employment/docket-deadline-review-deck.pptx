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Ardmore Elevator good-standing filing deadline (4:00 PM, 0 days remaining) remains tracked separately and is not part of this matter's docket.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Docket &amp; Calendar review of open items for Sable Ridge - Driver Meal-Break Collective Action</a:t>
            </a:r>
          </a:p>
          <a:p>
            <a:r>
              <a:t>Calendared from court docket text and statutory clocks, not from attorney representations</a:t>
            </a:r>
          </a:p>
          <a:p>
            <a:r>
              <a:t>Reformatted from prior non-presentation format into slide form; no content added beyond existing review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 1: Written-Direction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Pending firm date</a:t>
            </a:r>
          </a:p>
          <a:p>
            <a:r>
              <a:t>Owner: awaiting confirmation</a:t>
            </a:r>
          </a:p>
          <a:p>
            <a:r>
              <a:t>No court or statutory date yet set on the docket for this item</a:t>
            </a:r>
          </a:p>
          <a:p>
            <a:r>
              <a:t>Carried forward from prior review with no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 2: Position Statement Review-Completion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Pending firm date</a:t>
            </a:r>
          </a:p>
          <a:p>
            <a:r>
              <a:t>Review completion date not yet finalized</a:t>
            </a:r>
          </a:p>
          <a:p>
            <a:r>
              <a:t>Tracked separately from the written-direction date above</a:t>
            </a:r>
          </a:p>
          <a:p>
            <a:r>
              <a:t>Carried forward from prior review with no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 3: Internal Call Date / Roland's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Pending firm date</a:t>
            </a:r>
          </a:p>
          <a:p>
            <a:r>
              <a:t>Scheduling contingent on Roland's availability</a:t>
            </a:r>
          </a:p>
          <a:p>
            <a:r>
              <a:t>No date yet confirmed</a:t>
            </a:r>
          </a:p>
          <a:p>
            <a:r>
              <a:t>Carried forward from prior review with no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Pending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items remain open, each pending a firm-set date</a:t>
            </a:r>
          </a:p>
          <a:p>
            <a:r>
              <a:t>None of the three has a court-imposed deadline as of this review</a:t>
            </a:r>
          </a:p>
          <a:p>
            <a:r>
              <a:t>All three carried forward unchanged from prior sign-off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Written-direction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Firm to set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Position Statement review-completion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Firm to set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Internal call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Roland's availability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Docket Review Note - Today's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Reviewed today's docket call and the Adaora Nwosu chat thread</a:t>
            </a:r>
          </a:p>
          <a:p>
            <a:r>
              <a:t>Confirmed: the separate Ardmore Elevator good-standing filing item (raised by T. Mokoena to Adaora) is unrelated to this Sable Ridge/employment matter</a:t>
            </a:r>
          </a:p>
          <a:p>
            <a:r>
              <a:t>That Ardmore thread is closed out here with no impact on this deck's three open items</a:t>
            </a:r>
          </a:p>
          <a:p>
            <a:r>
              <a:t>All prior review notes and sign-offs preserved as-is; no other content 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